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🏁 PitWall F1 Fan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Personal F1 Telemetry Command Center with Live Race Replay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PitWall is a comprehensive F1 fan command center web application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Provides live session countdown, race telemetry, and championship standings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Features an interactive FastF1 race replay engine with real-time track visualization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Offers deep telemetry analysis including tyre degradation modeling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Built with modern React 19, TypeScript, and Tailwind CSS 4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Consumes live data from OpenF1 API and Jolpica (Ergast) historical archives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Supports both light and dark themes with smooth View Transitions API animations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000"/>
                </a:solidFill>
              </a:defRPr>
            </a:pPr>
            <a:r>
              <a:t>Frontend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React 19.2.8 with TypeScript 6.0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React Router DOM 7 for navigation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Tailwind CSS 4.3 for styling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Motion/Framer Motion 14 for animations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TanStack Query 5 for data fetching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Lucide React for iconography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Vite 8.3 as build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2BE"/>
                </a:solidFill>
              </a:defRPr>
            </a:pPr>
            <a:r>
              <a:t>State &amp;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TanStack Query with 24h localStorage persistence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React Context for theme &amp; timezone state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OpenF1 API for live telemetry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Jolpica API for historical F1 data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FastF1 GPS geometry for track layouts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Pre-extracted static JSON datasets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Bayesian tyre degradation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Single Page Application (SPA) with lazy-loaded routes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Component-based architecture with strict separation of concerns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API clients follow Single Responsibility Principle (SRP)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Type-safe data contracts with comprehensive TypeScript interfaces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Persistent query caching with 24-hour offline support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Context providers for global state (Theme, Timezone)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Error boundaries with graceful fallback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000"/>
                </a:solidFill>
              </a:defRPr>
            </a:pPr>
            <a:r>
              <a:t>Live Race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Real-time session countdown timer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Live status detection (isLive, isReplay)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Weekend timetable with all sessions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Next race hero with circuit SVG outline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Season calendar with round selector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Championship standings snapshot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Quick driver lookup search palette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2BE"/>
                </a:solidFill>
              </a:defRPr>
            </a:pPr>
            <a:r>
              <a:t>Race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Interactive FastF1 race replay engine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Real-time car positions on GPS track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DRS zones, sector markers, corners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Timing tower leaderboard sidebar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Weather conditions per lap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Safety car &amp; flag status indicators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Fullscreen theater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Advanced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000"/>
                </a:solidFill>
              </a:defRPr>
            </a:pPr>
            <a:r>
              <a:t>F1 Insights 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Driver live telemetry traces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Track position map (real &amp; schematic)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Tyre strategy &amp; Bayesian degradation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Sector times breakdown table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Race control message feed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Lap &amp; gap evolution charts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25 Hz telemetry stream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2BE"/>
                </a:solidFill>
              </a:defRPr>
            </a:pPr>
            <a:r>
              <a:t>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Bayesian state-space tyre model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Projected pace drop-off curves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Optimal pit window calculations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Fuel load pace penalty estimates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Head-to-head driver comparison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Stint history timeline visualization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Theoretical best lap calculations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Sources &amp;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OpenF1 API: Live session status, car telemetry, radio clips, race control messages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Jolpica API (Ergast): Race schedules, results, driver/constructor standings, seasons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FastF1: GPS circuit geometry, racing lines, DRS zones, corner positions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Pre-extracted static datasets: Laps, positions, stints, pit stops, weather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Intelligent fallback chain: Static → Jolpica → Mock service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Coverage reports track data completeness per session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Team metadata registry with official livery colors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Circuit Geometry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Real GPS coordinates from FastF1 for authentic track layouts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SVG-based rendering with inner/outer boundaries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Racing line calculation using perpendicular normal offsets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DRS zone highlighting with animated neon glow effects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Turn/corner markers with sector color coding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Checkered start/finish line with official positioning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Support for 35+ historic and current F1 circuits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Fallback path generation for missing track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UI/UX 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000"/>
                </a:solidFill>
              </a:defRPr>
            </a:pPr>
            <a:r>
              <a:t>Visual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F1-inspired dark theme as default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Barlow Condensed &amp; Titillium Web fonts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FIA-standard sector colors (Purple, Yellow, Green)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Team livery color accents throughout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WCAG AA accessibility compliant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Smooth page transitions with Motion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View Transitions API for theme toggle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2BE"/>
                </a:solidFill>
              </a:defRPr>
            </a:pPr>
            <a:r>
              <a:t>User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Keyboard shortcuts for replay controls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Command palette for quick navigation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Timezone-aware session times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Mobile-responsive layout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Loading skeletons matching final UI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Reduced motion support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Persistent user preferences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Interactive Race Replay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Frame-by-frame race animation at authentic speeds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Variable playback: 0.1x to 256x speed with keyboard controls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Canvas pan, zoom, and camera-follow modes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20 cars animated along GPS racing line coordinates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Battle indicators for close duels (&lt; 0.4s gap)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Safety car positioning during SC periods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Timing tower with interval/gap modes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Driver telemetry cockpit: Speed, Gear, RPM, Tyre health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Bayesian Tyre Degradation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State-space model for tyre performance prediction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Compound-specific degradation profiles (Soft, Medium, Hard, Inter, Wet)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Track abrasion factors per circuit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Fuel load pace penalty calculations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Optimal pit window estimation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Cliff threshold detection for degradation curves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Real-time tyre health percentage display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Projected pace drop-off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/src/api - API clients (OpenF1, Jolpica, static data, React Query hooks)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/src/components - Reusable UI components (Layout, Buttons, Tabs, Dialogs)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/src/context - React Context providers (Theme, Timezone)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/src/features - Feature modules (race, hero, standings, season, lookup)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/src/lib - Utility libraries (circuits, teams, timezone, flags, storage)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/src/pages - Route-level page components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/src/types - TypeScript interface definitions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/data - Pre-extracted JSON datasets organized by year/round/session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Code Quality &amp;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000"/>
                </a:solidFill>
              </a:defRPr>
            </a:pPr>
            <a:r>
              <a:t>Architecture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Single Responsibility Principle (SRP)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Interface Segregation Principle (ISP)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Open/Closed Principle (OCP) for team metadata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Custom React hooks for data fetching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Compound component pattern for UI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Context + Hook pattern for global state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Error boundary pattern for fault tolerance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2BE"/>
                </a:solidFill>
              </a:defRPr>
            </a:pPr>
            <a:r>
              <a:t>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TypeScript strict mode enabled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Oxlint for fast linting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Proper error handling with try/catch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Request timeouts with AbortController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localStorage persistence with JSON serialization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Accessibility-first component design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Semantic HTML 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Optimizations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TanStack Query with 24h cache persistence for offline support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Lazy loading with React.lazy and Suspense for route splitting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Memoization with useMemo and useCallback for expensive computations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requestAnimationFrame for smooth 60fps race animations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SVG caching for circuit geometry (single object per circuit)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localStorage query persistence reduces API calls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Vite for lightning-fast HMR and optimized production builds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CSS custom properties for theme switching without repaints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Potential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Real-time WebSocket connection for live telemetry streaming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Driver head-to-head comparison tool with overlay graphs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Pit stop prediction model using machine learning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Historical race comparison (year-over-year analysis)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Push notifications for session start reminders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Progressive Web App (PWA) for mobile installation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Social sharing of race insights and screenshots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Multi-language support for international fans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